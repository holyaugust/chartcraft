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63440"/>
            <a:ext cx="9144000" cy="502920"/>
          </a:xfrm>
          <a:prstGeom prst="rect">
            <a:avLst/>
          </a:prstGeom>
          <a:solidFill>
            <a:srgbClr val="FBBF24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087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CC_COVER_TITLE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269748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D1FA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CC_COVER_SUBTITLE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4709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CC_COVER_AUTHOR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0" y="470916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CC_COVER_DATE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Cover Template green-academic</dc:title>
  <dc:subject>PptxGenJS Presentation</dc:subject>
  <dc:creator>ChartCraft</dc:creator>
  <cp:lastModifiedBy>ChartCraft</cp:lastModifiedBy>
  <cp:revision>1</cp:revision>
  <dcterms:created xsi:type="dcterms:W3CDTF">2026-06-22T15:15:01Z</dcterms:created>
  <dcterms:modified xsi:type="dcterms:W3CDTF">2026-06-22T15:15:01Z</dcterms:modified>
</cp:coreProperties>
</file>