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74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840480"/>
            <a:ext cx="4572000" cy="2011680"/>
          </a:xfrm>
          <a:prstGeom prst="ellipse">
            <a:avLst/>
          </a:prstGeom>
          <a:solidFill>
            <a:srgbClr val="2DD4BF">
              <a:alpha val="3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274320"/>
            <a:ext cx="3657600" cy="2286000"/>
          </a:xfrm>
          <a:prstGeom prst="ellipse">
            <a:avLst/>
          </a:prstGeom>
          <a:solidFill>
            <a:srgbClr val="0891B2">
              <a:alpha val="2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411480"/>
            <a:ext cx="1280160" cy="256032"/>
          </a:xfrm>
          <a:prstGeom prst="roundRect">
            <a:avLst>
              <a:gd name="adj" fmla="val 178571"/>
            </a:avLst>
          </a:prstGeom>
          <a:solidFill>
            <a:srgbClr val="2DD4BF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5087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CC_COVER_TITLE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02920" y="269748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FF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CC_COVER_SUBTITLE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4709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CC_COVER_AUTHOR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0" y="470916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CC_COVER_DATE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4663440"/>
            <a:ext cx="9144000" cy="502920"/>
          </a:xfrm>
          <a:prstGeom prst="rect">
            <a:avLst/>
          </a:prstGeom>
          <a:solidFill>
            <a:srgbClr val="2DD4BF">
              <a:alpha val="65000"/>
            </a:srgbClr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Cover Template ocean-breeze</dc:title>
  <dc:subject>PptxGenJS Presentation</dc:subject>
  <dc:creator>ChartCraft</dc:creator>
  <cp:lastModifiedBy>ChartCraft</cp:lastModifiedBy>
  <cp:revision>1</cp:revision>
  <dcterms:created xsi:type="dcterms:W3CDTF">2026-06-22T15:15:01Z</dcterms:created>
  <dcterms:modified xsi:type="dcterms:W3CDTF">2026-06-22T15:15:01Z</dcterms:modified>
</cp:coreProperties>
</file>