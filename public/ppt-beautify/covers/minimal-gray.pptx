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在此填写主标题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在此填写副标题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2025.01.01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Cover Template minimal-gray</dc:title>
  <dc:subject>PptxGenJS Presentation</dc:subject>
  <dc:creator>ChartCraft</dc:creator>
  <cp:lastModifiedBy>ChartCraft</cp:lastModifiedBy>
  <cp:revision>1</cp:revision>
  <dcterms:created xsi:type="dcterms:W3CDTF">2026-06-13T16:37:48Z</dcterms:created>
  <dcterms:modified xsi:type="dcterms:W3CDTF">2026-06-13T16:37:48Z</dcterms:modified>
</cp:coreProperties>
</file>