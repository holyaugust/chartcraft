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0"/>
            <a:ext cx="585216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" name="Shape 2"/>
          <p:cNvSpPr/>
          <p:nvPr/>
        </p:nvSpPr>
        <p:spPr>
          <a:xfrm>
            <a:off x="3246120" y="0"/>
            <a:ext cx="73152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3611880" y="14173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11880" y="2606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E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14173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606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sunrise-warm</dc:title>
  <dc:subject>PptxGenJS Presentation</dc:subject>
  <dc:creator>ChartCraft</dc:creator>
  <cp:lastModifiedBy>ChartCraft</cp:lastModifiedBy>
  <cp:revision>1</cp:revision>
  <dcterms:created xsi:type="dcterms:W3CDTF">2026-06-22T15:15:01Z</dcterms:created>
  <dcterms:modified xsi:type="dcterms:W3CDTF">2026-06-22T15:15:01Z</dcterms:modified>
</cp:coreProperties>
</file>