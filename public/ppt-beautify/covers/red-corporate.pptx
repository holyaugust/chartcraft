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840480" cy="3474720"/>
          </a:xfrm>
          <a:prstGeom prst="ellipse">
            <a:avLst/>
          </a:prstGeom>
          <a:solidFill>
            <a:srgbClr val="FDE68A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2743200"/>
          </a:xfrm>
          <a:prstGeom prst="ellipse">
            <a:avLst/>
          </a:prstGeom>
          <a:solidFill>
            <a:srgbClr val="991B1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E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red-corporate</dc:title>
  <dc:subject>PptxGenJS Presentation</dc:subject>
  <dc:creator>ChartCraft</dc:creator>
  <cp:lastModifiedBy>ChartCraft</cp:lastModifiedBy>
  <cp:revision>1</cp:revision>
  <dcterms:created xsi:type="dcterms:W3CDTF">2026-06-22T15:15:01Z</dcterms:created>
  <dcterms:modified xsi:type="dcterms:W3CDTF">2026-06-22T15:15:01Z</dcterms:modified>
</cp:coreProperties>
</file>