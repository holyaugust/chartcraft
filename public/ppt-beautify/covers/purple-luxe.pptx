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9144000" cy="208026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"/>
            <a:ext cx="3200400" cy="274320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33756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purple-luxe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