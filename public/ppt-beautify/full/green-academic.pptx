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FBBF2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FBBF2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1F6B4F">
              <a:alpha val="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1F6B4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01168"/>
            <a:ext cx="685800" cy="685800"/>
          </a:xfrm>
          <a:prstGeom prst="ellipse">
            <a:avLst/>
          </a:prstGeom>
          <a:solidFill>
            <a:srgbClr val="ECFDF5">
              <a:alpha val="0"/>
            </a:srgbClr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384048"/>
            <a:ext cx="384048" cy="384048"/>
          </a:xfrm>
          <a:prstGeom prst="ellipse">
            <a:avLst/>
          </a:prstGeom>
          <a:solidFill>
            <a:srgbClr val="FBBF24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0"/>
            <a:ext cx="4754880" cy="960120"/>
          </a:xfrm>
          <a:prstGeom prst="rect">
            <a:avLst/>
          </a:prstGeom>
          <a:solidFill>
            <a:srgbClr val="2D8A62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1000000">
            <a:off x="6263640" y="-320040"/>
            <a:ext cx="3108960" cy="123444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932688"/>
            <a:ext cx="9034272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91440"/>
            <a:ext cx="960120" cy="201168"/>
          </a:xfrm>
          <a:prstGeom prst="roundRect">
            <a:avLst>
              <a:gd name="adj" fmla="val 227273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0972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POINTS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" y="32918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C6E7D7"/>
            </a:solidFill>
            <a:prstDash val="solid"/>
          </a:ln>
          <a:effectLst>
            <a:outerShdw sx="100000" sy="100000" kx="0" ky="0" algn="bl" rotWithShape="0" blurRad="177800" dist="50800" dir="5400000">
              <a:srgbClr val="1F6B4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6625" y="1500713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625" y="2122505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6625" y="2744297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6625" y="3366089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1F6B4F">
              <a:alpha val="6000"/>
            </a:srgbClr>
          </a:solidFill>
          <a:ln w="6350">
            <a:solidFill>
              <a:srgbClr val="C6E7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1F6B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6625" y="3987881"/>
            <a:ext cx="190927" cy="190927"/>
          </a:xfrm>
          <a:prstGeom prst="roundRect">
            <a:avLst>
              <a:gd name="adj" fmla="val 181992"/>
            </a:avLst>
          </a:prstGeom>
          <a:solidFill>
            <a:srgbClr val="FBBF2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1F6B4F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FBBF2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320040"/>
            <a:ext cx="777240" cy="777240"/>
          </a:xfrm>
          <a:prstGeom prst="ellipse">
            <a:avLst/>
          </a:prstGeom>
          <a:solidFill>
            <a:srgbClr val="1F6B4F">
              <a:alpha val="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965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6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green-academic</dc:title>
  <dc:subject>PptxGenJS Presentation</dc:subject>
  <dc:creator>ChartCraft</dc:creator>
  <cp:lastModifiedBy>ChartCraft</cp:lastModifiedBy>
  <cp:revision>1</cp:revision>
  <dcterms:created xsi:type="dcterms:W3CDTF">2026-06-14T02:33:16Z</dcterms:created>
  <dcterms:modified xsi:type="dcterms:W3CDTF">2026-06-14T02:33:16Z</dcterms:modified>
</cp:coreProperties>
</file>