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840480" cy="3474720"/>
          </a:xfrm>
          <a:prstGeom prst="ellipse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2743200"/>
          </a:xfrm>
          <a:prstGeom prst="ellipse">
            <a:avLst/>
          </a:prstGeom>
          <a:solidFill>
            <a:srgbClr val="171717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17320"/>
            <a:ext cx="64008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3246120"/>
            <a:ext cx="64008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A0A0A">
              <a:alpha val="0"/>
            </a:srgbClr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A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EAB30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717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6262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77800" dist="50800" dir="5400000">
              <a:srgbClr val="1717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71717">
              <a:alpha val="6000"/>
            </a:srgbClr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EAB308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717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EAB308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A0A0A">
              <a:alpha val="0"/>
            </a:srgbClr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A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691640"/>
            <a:ext cx="54864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3429000"/>
            <a:ext cx="54864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black-gold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