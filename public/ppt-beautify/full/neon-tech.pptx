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606040"/>
            <a:ext cx="8046720" cy="502920"/>
          </a:xfrm>
          <a:prstGeom prst="rect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74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312E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4338C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8FAFC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4338CA"/>
            </a:solidFill>
            <a:prstDash val="solid"/>
          </a:ln>
          <a:effectLst>
            <a:outerShdw sx="100000" sy="100000" kx="0" ky="0" algn="bl" rotWithShape="0" blurRad="177800" dist="50800" dir="5400000">
              <a:srgbClr val="312E8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261872"/>
            <a:ext cx="36576" cy="301752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399032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261872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2020824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1883664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9751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642616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2505456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968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264408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127248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18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19456" cy="219456"/>
          </a:xfrm>
          <a:prstGeom prst="ellipse">
            <a:avLst/>
          </a:prstGeom>
          <a:solidFill>
            <a:srgbClr val="312E8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749040"/>
            <a:ext cx="7626096" cy="530352"/>
          </a:xfrm>
          <a:prstGeom prst="roundRect">
            <a:avLst>
              <a:gd name="adj" fmla="val 24138"/>
            </a:avLst>
          </a:prstGeom>
          <a:solidFill>
            <a:srgbClr val="1E293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8404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606040"/>
            <a:ext cx="8046720" cy="502920"/>
          </a:xfrm>
          <a:prstGeom prst="rect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74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neon-tech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