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9144000" cy="208026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"/>
            <a:ext cx="3200400" cy="2743200"/>
          </a:xfrm>
          <a:prstGeom prst="ellipse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33756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41605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5603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9260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7043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177800" dist="50800" dir="5400000">
              <a:srgbClr val="5B21B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5B21B6">
              <a:alpha val="6000"/>
            </a:srgbClr>
          </a:solidFill>
          <a:ln w="6350">
            <a:solidFill>
              <a:srgbClr val="DDD6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5B21B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purple-luxe</dc:title>
  <dc:subject>PptxGenJS Presentation</dc:subject>
  <dc:creator>ChartCraft</dc:creator>
  <cp:lastModifiedBy>ChartCraft</cp:lastModifiedBy>
  <cp:revision>1</cp:revision>
  <dcterms:created xsi:type="dcterms:W3CDTF">2026-06-22T15:15:04Z</dcterms:created>
  <dcterms:modified xsi:type="dcterms:W3CDTF">2026-06-22T15:15:04Z</dcterms:modified>
</cp:coreProperties>
</file>