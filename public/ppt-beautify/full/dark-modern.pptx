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502920"/>
          </a:xfrm>
          <a:prstGeom prst="rect">
            <a:avLst/>
          </a:prstGeom>
          <a:solidFill>
            <a:srgbClr val="38BDF8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CC_COVER_TITLE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CC_COVER_SUBTITLE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CC_COVER_AUTHOR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CC_COVER_DATE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38BDF8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320040"/>
            <a:ext cx="777240" cy="777240"/>
          </a:xfrm>
          <a:prstGeom prst="ellipse">
            <a:avLst/>
          </a:prstGeom>
          <a:solidFill>
            <a:srgbClr val="0F172A">
              <a:alpha val="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965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38BDF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334155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0F172A">
              <a:alpha val="0"/>
            </a:srgbClr>
          </a:solidFill>
          <a:ln w="15875">
            <a:solidFill>
              <a:srgbClr val="38BD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38BDF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334155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8FAFC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77800" dist="50800" dir="5400000">
              <a:srgbClr val="334155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334155">
              <a:alpha val="6000"/>
            </a:srgbClr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33415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38BDF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38BDF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38BDF8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320040"/>
            <a:ext cx="777240" cy="777240"/>
          </a:xfrm>
          <a:prstGeom prst="ellipse">
            <a:avLst/>
          </a:prstGeom>
          <a:solidFill>
            <a:srgbClr val="0F172A">
              <a:alpha val="0"/>
            </a:srgbClr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965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8745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CC_CLOSING_TITLE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CC_CLOSING_SUBTITLE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Full Deck Template dark-modern</dc:title>
  <dc:subject>PptxGenJS Presentation</dc:subject>
  <dc:creator>ChartCraft</dc:creator>
  <cp:lastModifiedBy>ChartCraft</cp:lastModifiedBy>
  <cp:revision>1</cp:revision>
  <dcterms:created xsi:type="dcterms:W3CDTF">2026-06-14T02:33:16Z</dcterms:created>
  <dcterms:modified xsi:type="dcterms:W3CDTF">2026-06-14T02:33:16Z</dcterms:modified>
</cp:coreProperties>
</file>