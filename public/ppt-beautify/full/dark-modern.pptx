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440000">
            <a:off x="5029200" y="-731520"/>
            <a:ext cx="5486400" cy="3200400"/>
          </a:xfrm>
          <a:prstGeom prst="rect">
            <a:avLst/>
          </a:prstGeom>
          <a:solidFill>
            <a:srgbClr val="38BDF8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43484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5087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CC_COVER_TITLE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02920" y="278892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CC_COVER_SUBTITLE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4709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CC_COVER_AUTHOR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0" y="470916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CC_COVER_DATE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73152"/>
            <a:ext cx="2286000" cy="5070348"/>
          </a:xfrm>
          <a:prstGeom prst="rect">
            <a:avLst/>
          </a:prstGeom>
          <a:solidFill>
            <a:srgbClr val="38BDF8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87452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CC_SECTION_TITLE</a:t>
            </a:r>
            <a:endParaRPr lang="en-US" sz="3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Shape 2"/>
          <p:cNvSpPr/>
          <p:nvPr/>
        </p:nvSpPr>
        <p:spPr>
          <a:xfrm>
            <a:off x="6583680" y="0"/>
            <a:ext cx="2560320" cy="868680"/>
          </a:xfrm>
          <a:prstGeom prst="rect">
            <a:avLst/>
          </a:prstGeom>
          <a:solidFill>
            <a:srgbClr val="38BDF8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841248"/>
            <a:ext cx="914400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0972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// SLIDE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411480" y="292608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CC_TITLE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411480" y="1078992"/>
            <a:ext cx="8321040" cy="3493008"/>
          </a:xfrm>
          <a:prstGeom prst="roundRect">
            <a:avLst>
              <a:gd name="adj" fmla="val 1832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1261872"/>
            <a:ext cx="8083296" cy="530352"/>
          </a:xfrm>
          <a:prstGeom prst="rect">
            <a:avLst/>
          </a:prstGeom>
          <a:solidFill>
            <a:srgbClr val="1E293B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0352" y="1261872"/>
            <a:ext cx="54864" cy="5303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371600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33272" y="1353312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30352" y="1883664"/>
            <a:ext cx="8083296" cy="530352"/>
          </a:xfrm>
          <a:prstGeom prst="rect">
            <a:avLst/>
          </a:prstGeom>
          <a:solidFill>
            <a:srgbClr val="1E293B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0352" y="1883664"/>
            <a:ext cx="54864" cy="5303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1993392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33272" y="1975104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30352" y="2505456"/>
            <a:ext cx="8083296" cy="530352"/>
          </a:xfrm>
          <a:prstGeom prst="rect">
            <a:avLst/>
          </a:prstGeom>
          <a:solidFill>
            <a:srgbClr val="1E293B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0352" y="2505456"/>
            <a:ext cx="54864" cy="5303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615184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33272" y="2596896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CC_BULLET_3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0352" y="3127248"/>
            <a:ext cx="8083296" cy="530352"/>
          </a:xfrm>
          <a:prstGeom prst="rect">
            <a:avLst/>
          </a:prstGeom>
          <a:solidFill>
            <a:srgbClr val="1E293B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" y="3127248"/>
            <a:ext cx="54864" cy="5303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236976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33272" y="3218688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CC_BULLET_4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30352" y="3749040"/>
            <a:ext cx="8083296" cy="530352"/>
          </a:xfrm>
          <a:prstGeom prst="rect">
            <a:avLst/>
          </a:prstGeom>
          <a:solidFill>
            <a:srgbClr val="1E293B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0352" y="3749040"/>
            <a:ext cx="54864" cy="5303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85876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33272" y="384048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CC_BULLET_5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09728" y="4681728"/>
            <a:ext cx="9034272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0" name="Shape 28"/>
          <p:cNvSpPr/>
          <p:nvPr/>
        </p:nvSpPr>
        <p:spPr>
          <a:xfrm>
            <a:off x="109728" y="4681728"/>
            <a:ext cx="2529596" cy="457200"/>
          </a:xfrm>
          <a:prstGeom prst="rect">
            <a:avLst/>
          </a:prstGeom>
          <a:solidFill>
            <a:srgbClr val="38BDF8">
              <a:alpha val="9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8119872" y="4736592"/>
            <a:ext cx="621792" cy="329184"/>
          </a:xfrm>
          <a:prstGeom prst="roundRect">
            <a:avLst>
              <a:gd name="adj" fmla="val 138889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19872" y="4736592"/>
            <a:ext cx="621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CC_PAGE_NUM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Shape 2"/>
          <p:cNvSpPr/>
          <p:nvPr/>
        </p:nvSpPr>
        <p:spPr>
          <a:xfrm>
            <a:off x="6583680" y="0"/>
            <a:ext cx="2560320" cy="868680"/>
          </a:xfrm>
          <a:prstGeom prst="rect">
            <a:avLst/>
          </a:prstGeom>
          <a:solidFill>
            <a:srgbClr val="38BDF8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841248"/>
            <a:ext cx="914400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0972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// SLIDE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411480" y="292608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CC_TITLE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411480" y="1078992"/>
            <a:ext cx="8321040" cy="3493008"/>
          </a:xfrm>
          <a:prstGeom prst="roundRect">
            <a:avLst>
              <a:gd name="adj" fmla="val 1832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1261872"/>
            <a:ext cx="8083296" cy="530352"/>
          </a:xfrm>
          <a:prstGeom prst="rect">
            <a:avLst/>
          </a:prstGeom>
          <a:solidFill>
            <a:srgbClr val="1E293B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0352" y="1261872"/>
            <a:ext cx="54864" cy="5303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371600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33272" y="1353312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30352" y="1883664"/>
            <a:ext cx="8083296" cy="530352"/>
          </a:xfrm>
          <a:prstGeom prst="rect">
            <a:avLst/>
          </a:prstGeom>
          <a:solidFill>
            <a:srgbClr val="1E293B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0352" y="1883664"/>
            <a:ext cx="54864" cy="5303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1993392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33272" y="1975104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30352" y="2505456"/>
            <a:ext cx="8083296" cy="530352"/>
          </a:xfrm>
          <a:prstGeom prst="rect">
            <a:avLst/>
          </a:prstGeom>
          <a:solidFill>
            <a:srgbClr val="1E293B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0352" y="2505456"/>
            <a:ext cx="54864" cy="5303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615184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33272" y="2596896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CC_BULLET_3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0352" y="3127248"/>
            <a:ext cx="8083296" cy="530352"/>
          </a:xfrm>
          <a:prstGeom prst="rect">
            <a:avLst/>
          </a:prstGeom>
          <a:solidFill>
            <a:srgbClr val="1E293B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" y="3127248"/>
            <a:ext cx="54864" cy="5303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236976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33272" y="3218688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CC_BULLET_4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30352" y="3749040"/>
            <a:ext cx="8083296" cy="530352"/>
          </a:xfrm>
          <a:prstGeom prst="rect">
            <a:avLst/>
          </a:prstGeom>
          <a:solidFill>
            <a:srgbClr val="1E293B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0352" y="3749040"/>
            <a:ext cx="54864" cy="5303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85876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33272" y="384048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CC_BULLET_5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09728" y="4681728"/>
            <a:ext cx="9034272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0" name="Shape 28"/>
          <p:cNvSpPr/>
          <p:nvPr/>
        </p:nvSpPr>
        <p:spPr>
          <a:xfrm>
            <a:off x="109728" y="4681728"/>
            <a:ext cx="2529596" cy="457200"/>
          </a:xfrm>
          <a:prstGeom prst="rect">
            <a:avLst/>
          </a:prstGeom>
          <a:solidFill>
            <a:srgbClr val="38BDF8">
              <a:alpha val="9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8119872" y="4736592"/>
            <a:ext cx="621792" cy="329184"/>
          </a:xfrm>
          <a:prstGeom prst="roundRect">
            <a:avLst>
              <a:gd name="adj" fmla="val 138889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19872" y="4736592"/>
            <a:ext cx="621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CC_PAGE_NUM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Shape 2"/>
          <p:cNvSpPr/>
          <p:nvPr/>
        </p:nvSpPr>
        <p:spPr>
          <a:xfrm>
            <a:off x="6583680" y="0"/>
            <a:ext cx="2560320" cy="868680"/>
          </a:xfrm>
          <a:prstGeom prst="rect">
            <a:avLst/>
          </a:prstGeom>
          <a:solidFill>
            <a:srgbClr val="38BDF8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841248"/>
            <a:ext cx="914400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0972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// SLIDE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411480" y="292608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CC_TITLE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411480" y="1078992"/>
            <a:ext cx="8321040" cy="3493008"/>
          </a:xfrm>
          <a:prstGeom prst="roundRect">
            <a:avLst>
              <a:gd name="adj" fmla="val 1832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1261872"/>
            <a:ext cx="8083296" cy="530352"/>
          </a:xfrm>
          <a:prstGeom prst="rect">
            <a:avLst/>
          </a:prstGeom>
          <a:solidFill>
            <a:srgbClr val="1E293B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0352" y="1261872"/>
            <a:ext cx="54864" cy="5303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371600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33272" y="1353312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30352" y="1883664"/>
            <a:ext cx="8083296" cy="530352"/>
          </a:xfrm>
          <a:prstGeom prst="rect">
            <a:avLst/>
          </a:prstGeom>
          <a:solidFill>
            <a:srgbClr val="1E293B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0352" y="1883664"/>
            <a:ext cx="54864" cy="5303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1993392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33272" y="1975104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30352" y="2505456"/>
            <a:ext cx="8083296" cy="530352"/>
          </a:xfrm>
          <a:prstGeom prst="rect">
            <a:avLst/>
          </a:prstGeom>
          <a:solidFill>
            <a:srgbClr val="1E293B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0352" y="2505456"/>
            <a:ext cx="54864" cy="5303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615184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33272" y="2596896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CC_BULLET_3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0352" y="3127248"/>
            <a:ext cx="8083296" cy="530352"/>
          </a:xfrm>
          <a:prstGeom prst="rect">
            <a:avLst/>
          </a:prstGeom>
          <a:solidFill>
            <a:srgbClr val="1E293B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" y="3127248"/>
            <a:ext cx="54864" cy="5303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236976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33272" y="3218688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CC_BULLET_4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30352" y="3749040"/>
            <a:ext cx="8083296" cy="530352"/>
          </a:xfrm>
          <a:prstGeom prst="rect">
            <a:avLst/>
          </a:prstGeom>
          <a:solidFill>
            <a:srgbClr val="1E293B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0352" y="3749040"/>
            <a:ext cx="54864" cy="5303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85876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33272" y="384048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CC_BULLET_5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09728" y="4681728"/>
            <a:ext cx="9034272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0" name="Shape 28"/>
          <p:cNvSpPr/>
          <p:nvPr/>
        </p:nvSpPr>
        <p:spPr>
          <a:xfrm>
            <a:off x="109728" y="4681728"/>
            <a:ext cx="2529596" cy="457200"/>
          </a:xfrm>
          <a:prstGeom prst="rect">
            <a:avLst/>
          </a:prstGeom>
          <a:solidFill>
            <a:srgbClr val="38BDF8">
              <a:alpha val="9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8119872" y="4736592"/>
            <a:ext cx="621792" cy="329184"/>
          </a:xfrm>
          <a:prstGeom prst="roundRect">
            <a:avLst>
              <a:gd name="adj" fmla="val 138889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19872" y="4736592"/>
            <a:ext cx="621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CC_PAGE_NUM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Shape 2"/>
          <p:cNvSpPr/>
          <p:nvPr/>
        </p:nvSpPr>
        <p:spPr>
          <a:xfrm>
            <a:off x="6583680" y="0"/>
            <a:ext cx="2560320" cy="868680"/>
          </a:xfrm>
          <a:prstGeom prst="rect">
            <a:avLst/>
          </a:prstGeom>
          <a:solidFill>
            <a:srgbClr val="38BDF8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841248"/>
            <a:ext cx="914400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0972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// SLIDE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411480" y="292608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CC_TITLE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411480" y="1078992"/>
            <a:ext cx="8321040" cy="3493008"/>
          </a:xfrm>
          <a:prstGeom prst="roundRect">
            <a:avLst>
              <a:gd name="adj" fmla="val 1832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1261872"/>
            <a:ext cx="8083296" cy="530352"/>
          </a:xfrm>
          <a:prstGeom prst="rect">
            <a:avLst/>
          </a:prstGeom>
          <a:solidFill>
            <a:srgbClr val="1E293B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0352" y="1261872"/>
            <a:ext cx="54864" cy="5303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371600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33272" y="1353312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30352" y="1883664"/>
            <a:ext cx="8083296" cy="530352"/>
          </a:xfrm>
          <a:prstGeom prst="rect">
            <a:avLst/>
          </a:prstGeom>
          <a:solidFill>
            <a:srgbClr val="1E293B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0352" y="1883664"/>
            <a:ext cx="54864" cy="5303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1993392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33272" y="1975104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30352" y="2505456"/>
            <a:ext cx="8083296" cy="530352"/>
          </a:xfrm>
          <a:prstGeom prst="rect">
            <a:avLst/>
          </a:prstGeom>
          <a:solidFill>
            <a:srgbClr val="1E293B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0352" y="2505456"/>
            <a:ext cx="54864" cy="5303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615184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33272" y="2596896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CC_BULLET_3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0352" y="3127248"/>
            <a:ext cx="8083296" cy="530352"/>
          </a:xfrm>
          <a:prstGeom prst="rect">
            <a:avLst/>
          </a:prstGeom>
          <a:solidFill>
            <a:srgbClr val="1E293B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" y="3127248"/>
            <a:ext cx="54864" cy="5303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236976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33272" y="3218688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CC_BULLET_4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30352" y="3749040"/>
            <a:ext cx="8083296" cy="530352"/>
          </a:xfrm>
          <a:prstGeom prst="rect">
            <a:avLst/>
          </a:prstGeom>
          <a:solidFill>
            <a:srgbClr val="1E293B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0352" y="3749040"/>
            <a:ext cx="54864" cy="5303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85876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33272" y="384048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CC_BULLET_5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09728" y="4681728"/>
            <a:ext cx="9034272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0" name="Shape 28"/>
          <p:cNvSpPr/>
          <p:nvPr/>
        </p:nvSpPr>
        <p:spPr>
          <a:xfrm>
            <a:off x="109728" y="4681728"/>
            <a:ext cx="2529596" cy="457200"/>
          </a:xfrm>
          <a:prstGeom prst="rect">
            <a:avLst/>
          </a:prstGeom>
          <a:solidFill>
            <a:srgbClr val="38BDF8">
              <a:alpha val="9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8119872" y="4736592"/>
            <a:ext cx="621792" cy="329184"/>
          </a:xfrm>
          <a:prstGeom prst="roundRect">
            <a:avLst>
              <a:gd name="adj" fmla="val 138889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19872" y="4736592"/>
            <a:ext cx="621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CC_PAGE_NUM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Shape 2"/>
          <p:cNvSpPr/>
          <p:nvPr/>
        </p:nvSpPr>
        <p:spPr>
          <a:xfrm>
            <a:off x="6583680" y="0"/>
            <a:ext cx="2560320" cy="868680"/>
          </a:xfrm>
          <a:prstGeom prst="rect">
            <a:avLst/>
          </a:prstGeom>
          <a:solidFill>
            <a:srgbClr val="38BDF8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841248"/>
            <a:ext cx="914400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0972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// SLIDE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411480" y="292608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CC_TITLE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411480" y="1078992"/>
            <a:ext cx="8321040" cy="3493008"/>
          </a:xfrm>
          <a:prstGeom prst="roundRect">
            <a:avLst>
              <a:gd name="adj" fmla="val 1832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1261872"/>
            <a:ext cx="8083296" cy="530352"/>
          </a:xfrm>
          <a:prstGeom prst="rect">
            <a:avLst/>
          </a:prstGeom>
          <a:solidFill>
            <a:srgbClr val="1E293B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0352" y="1261872"/>
            <a:ext cx="54864" cy="5303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371600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33272" y="1353312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30352" y="1883664"/>
            <a:ext cx="8083296" cy="530352"/>
          </a:xfrm>
          <a:prstGeom prst="rect">
            <a:avLst/>
          </a:prstGeom>
          <a:solidFill>
            <a:srgbClr val="1E293B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0352" y="1883664"/>
            <a:ext cx="54864" cy="5303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1993392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33272" y="1975104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30352" y="2505456"/>
            <a:ext cx="8083296" cy="530352"/>
          </a:xfrm>
          <a:prstGeom prst="rect">
            <a:avLst/>
          </a:prstGeom>
          <a:solidFill>
            <a:srgbClr val="1E293B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0352" y="2505456"/>
            <a:ext cx="54864" cy="5303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615184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33272" y="2596896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CC_BULLET_3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0352" y="3127248"/>
            <a:ext cx="8083296" cy="530352"/>
          </a:xfrm>
          <a:prstGeom prst="rect">
            <a:avLst/>
          </a:prstGeom>
          <a:solidFill>
            <a:srgbClr val="1E293B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" y="3127248"/>
            <a:ext cx="54864" cy="5303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236976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33272" y="3218688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CC_BULLET_4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30352" y="3749040"/>
            <a:ext cx="8083296" cy="530352"/>
          </a:xfrm>
          <a:prstGeom prst="rect">
            <a:avLst/>
          </a:prstGeom>
          <a:solidFill>
            <a:srgbClr val="1E293B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0352" y="3749040"/>
            <a:ext cx="54864" cy="5303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85876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33272" y="384048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CC_BULLET_5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09728" y="4681728"/>
            <a:ext cx="9034272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0" name="Shape 28"/>
          <p:cNvSpPr/>
          <p:nvPr/>
        </p:nvSpPr>
        <p:spPr>
          <a:xfrm>
            <a:off x="109728" y="4681728"/>
            <a:ext cx="2529596" cy="457200"/>
          </a:xfrm>
          <a:prstGeom prst="rect">
            <a:avLst/>
          </a:prstGeom>
          <a:solidFill>
            <a:srgbClr val="38BDF8">
              <a:alpha val="9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8119872" y="4736592"/>
            <a:ext cx="621792" cy="329184"/>
          </a:xfrm>
          <a:prstGeom prst="roundRect">
            <a:avLst>
              <a:gd name="adj" fmla="val 138889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19872" y="4736592"/>
            <a:ext cx="621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CC_PAGE_NUM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Shape 2"/>
          <p:cNvSpPr/>
          <p:nvPr/>
        </p:nvSpPr>
        <p:spPr>
          <a:xfrm>
            <a:off x="6583680" y="0"/>
            <a:ext cx="2560320" cy="868680"/>
          </a:xfrm>
          <a:prstGeom prst="rect">
            <a:avLst/>
          </a:prstGeom>
          <a:solidFill>
            <a:srgbClr val="38BDF8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841248"/>
            <a:ext cx="914400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0972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// SLIDE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411480" y="292608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CC_TITLE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411480" y="1078992"/>
            <a:ext cx="8321040" cy="3493008"/>
          </a:xfrm>
          <a:prstGeom prst="roundRect">
            <a:avLst>
              <a:gd name="adj" fmla="val 1832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1261872"/>
            <a:ext cx="8083296" cy="530352"/>
          </a:xfrm>
          <a:prstGeom prst="rect">
            <a:avLst/>
          </a:prstGeom>
          <a:solidFill>
            <a:srgbClr val="1E293B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0352" y="1261872"/>
            <a:ext cx="54864" cy="5303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371600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33272" y="1353312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30352" y="1883664"/>
            <a:ext cx="8083296" cy="530352"/>
          </a:xfrm>
          <a:prstGeom prst="rect">
            <a:avLst/>
          </a:prstGeom>
          <a:solidFill>
            <a:srgbClr val="1E293B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0352" y="1883664"/>
            <a:ext cx="54864" cy="5303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1993392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33272" y="1975104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30352" y="2505456"/>
            <a:ext cx="8083296" cy="530352"/>
          </a:xfrm>
          <a:prstGeom prst="rect">
            <a:avLst/>
          </a:prstGeom>
          <a:solidFill>
            <a:srgbClr val="1E293B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0352" y="2505456"/>
            <a:ext cx="54864" cy="5303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615184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33272" y="2596896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CC_BULLET_3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0352" y="3127248"/>
            <a:ext cx="8083296" cy="530352"/>
          </a:xfrm>
          <a:prstGeom prst="rect">
            <a:avLst/>
          </a:prstGeom>
          <a:solidFill>
            <a:srgbClr val="1E293B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" y="3127248"/>
            <a:ext cx="54864" cy="5303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236976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33272" y="3218688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CC_BULLET_4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30352" y="3749040"/>
            <a:ext cx="8083296" cy="530352"/>
          </a:xfrm>
          <a:prstGeom prst="rect">
            <a:avLst/>
          </a:prstGeom>
          <a:solidFill>
            <a:srgbClr val="1E293B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0352" y="3749040"/>
            <a:ext cx="54864" cy="5303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85876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33272" y="384048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CC_BULLET_5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09728" y="4681728"/>
            <a:ext cx="9034272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0" name="Shape 28"/>
          <p:cNvSpPr/>
          <p:nvPr/>
        </p:nvSpPr>
        <p:spPr>
          <a:xfrm>
            <a:off x="109728" y="4681728"/>
            <a:ext cx="2529596" cy="457200"/>
          </a:xfrm>
          <a:prstGeom prst="rect">
            <a:avLst/>
          </a:prstGeom>
          <a:solidFill>
            <a:srgbClr val="38BDF8">
              <a:alpha val="9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8119872" y="4736592"/>
            <a:ext cx="621792" cy="329184"/>
          </a:xfrm>
          <a:prstGeom prst="roundRect">
            <a:avLst>
              <a:gd name="adj" fmla="val 138889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19872" y="4736592"/>
            <a:ext cx="621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CC_PAGE_NUM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Shape 2"/>
          <p:cNvSpPr/>
          <p:nvPr/>
        </p:nvSpPr>
        <p:spPr>
          <a:xfrm>
            <a:off x="6583680" y="0"/>
            <a:ext cx="2560320" cy="868680"/>
          </a:xfrm>
          <a:prstGeom prst="rect">
            <a:avLst/>
          </a:prstGeom>
          <a:solidFill>
            <a:srgbClr val="38BDF8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841248"/>
            <a:ext cx="914400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0972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// SLIDE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411480" y="292608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CC_TITLE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411480" y="1078992"/>
            <a:ext cx="8321040" cy="3493008"/>
          </a:xfrm>
          <a:prstGeom prst="roundRect">
            <a:avLst>
              <a:gd name="adj" fmla="val 1832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1261872"/>
            <a:ext cx="8083296" cy="530352"/>
          </a:xfrm>
          <a:prstGeom prst="rect">
            <a:avLst/>
          </a:prstGeom>
          <a:solidFill>
            <a:srgbClr val="1E293B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0352" y="1261872"/>
            <a:ext cx="54864" cy="5303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371600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33272" y="1353312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30352" y="1883664"/>
            <a:ext cx="8083296" cy="530352"/>
          </a:xfrm>
          <a:prstGeom prst="rect">
            <a:avLst/>
          </a:prstGeom>
          <a:solidFill>
            <a:srgbClr val="1E293B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0352" y="1883664"/>
            <a:ext cx="54864" cy="5303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1993392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33272" y="1975104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30352" y="2505456"/>
            <a:ext cx="8083296" cy="530352"/>
          </a:xfrm>
          <a:prstGeom prst="rect">
            <a:avLst/>
          </a:prstGeom>
          <a:solidFill>
            <a:srgbClr val="1E293B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0352" y="2505456"/>
            <a:ext cx="54864" cy="5303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615184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33272" y="2596896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CC_BULLET_3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0352" y="3127248"/>
            <a:ext cx="8083296" cy="530352"/>
          </a:xfrm>
          <a:prstGeom prst="rect">
            <a:avLst/>
          </a:prstGeom>
          <a:solidFill>
            <a:srgbClr val="1E293B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" y="3127248"/>
            <a:ext cx="54864" cy="5303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236976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33272" y="3218688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CC_BULLET_4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30352" y="3749040"/>
            <a:ext cx="8083296" cy="530352"/>
          </a:xfrm>
          <a:prstGeom prst="rect">
            <a:avLst/>
          </a:prstGeom>
          <a:solidFill>
            <a:srgbClr val="1E293B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0352" y="3749040"/>
            <a:ext cx="54864" cy="5303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85876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33272" y="384048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CC_BULLET_5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09728" y="4681728"/>
            <a:ext cx="9034272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0" name="Shape 28"/>
          <p:cNvSpPr/>
          <p:nvPr/>
        </p:nvSpPr>
        <p:spPr>
          <a:xfrm>
            <a:off x="109728" y="4681728"/>
            <a:ext cx="2529596" cy="457200"/>
          </a:xfrm>
          <a:prstGeom prst="rect">
            <a:avLst/>
          </a:prstGeom>
          <a:solidFill>
            <a:srgbClr val="38BDF8">
              <a:alpha val="9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8119872" y="4736592"/>
            <a:ext cx="621792" cy="329184"/>
          </a:xfrm>
          <a:prstGeom prst="roundRect">
            <a:avLst>
              <a:gd name="adj" fmla="val 138889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19872" y="4736592"/>
            <a:ext cx="621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CC_PAGE_NUM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Shape 2"/>
          <p:cNvSpPr/>
          <p:nvPr/>
        </p:nvSpPr>
        <p:spPr>
          <a:xfrm>
            <a:off x="6583680" y="0"/>
            <a:ext cx="2560320" cy="868680"/>
          </a:xfrm>
          <a:prstGeom prst="rect">
            <a:avLst/>
          </a:prstGeom>
          <a:solidFill>
            <a:srgbClr val="38BDF8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841248"/>
            <a:ext cx="914400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0972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// SLIDE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411480" y="292608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CC_TITLE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411480" y="1078992"/>
            <a:ext cx="8321040" cy="3493008"/>
          </a:xfrm>
          <a:prstGeom prst="roundRect">
            <a:avLst>
              <a:gd name="adj" fmla="val 1832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1261872"/>
            <a:ext cx="8083296" cy="530352"/>
          </a:xfrm>
          <a:prstGeom prst="rect">
            <a:avLst/>
          </a:prstGeom>
          <a:solidFill>
            <a:srgbClr val="1E293B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0352" y="1261872"/>
            <a:ext cx="54864" cy="5303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371600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33272" y="1353312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30352" y="1883664"/>
            <a:ext cx="8083296" cy="530352"/>
          </a:xfrm>
          <a:prstGeom prst="rect">
            <a:avLst/>
          </a:prstGeom>
          <a:solidFill>
            <a:srgbClr val="1E293B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0352" y="1883664"/>
            <a:ext cx="54864" cy="5303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1993392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33272" y="1975104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30352" y="2505456"/>
            <a:ext cx="8083296" cy="530352"/>
          </a:xfrm>
          <a:prstGeom prst="rect">
            <a:avLst/>
          </a:prstGeom>
          <a:solidFill>
            <a:srgbClr val="1E293B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0352" y="2505456"/>
            <a:ext cx="54864" cy="5303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615184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33272" y="2596896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CC_BULLET_3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0352" y="3127248"/>
            <a:ext cx="8083296" cy="530352"/>
          </a:xfrm>
          <a:prstGeom prst="rect">
            <a:avLst/>
          </a:prstGeom>
          <a:solidFill>
            <a:srgbClr val="1E293B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" y="3127248"/>
            <a:ext cx="54864" cy="5303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236976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33272" y="3218688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CC_BULLET_4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30352" y="3749040"/>
            <a:ext cx="8083296" cy="530352"/>
          </a:xfrm>
          <a:prstGeom prst="rect">
            <a:avLst/>
          </a:prstGeom>
          <a:solidFill>
            <a:srgbClr val="1E293B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0352" y="3749040"/>
            <a:ext cx="54864" cy="5303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85876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33272" y="384048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CC_BULLET_5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09728" y="4681728"/>
            <a:ext cx="9034272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0" name="Shape 28"/>
          <p:cNvSpPr/>
          <p:nvPr/>
        </p:nvSpPr>
        <p:spPr>
          <a:xfrm>
            <a:off x="109728" y="4681728"/>
            <a:ext cx="2529596" cy="457200"/>
          </a:xfrm>
          <a:prstGeom prst="rect">
            <a:avLst/>
          </a:prstGeom>
          <a:solidFill>
            <a:srgbClr val="38BDF8">
              <a:alpha val="9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8119872" y="4736592"/>
            <a:ext cx="621792" cy="329184"/>
          </a:xfrm>
          <a:prstGeom prst="roundRect">
            <a:avLst>
              <a:gd name="adj" fmla="val 138889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19872" y="4736592"/>
            <a:ext cx="621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CC_PAGE_NUM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Shape 2"/>
          <p:cNvSpPr/>
          <p:nvPr/>
        </p:nvSpPr>
        <p:spPr>
          <a:xfrm>
            <a:off x="6583680" y="0"/>
            <a:ext cx="2560320" cy="868680"/>
          </a:xfrm>
          <a:prstGeom prst="rect">
            <a:avLst/>
          </a:prstGeom>
          <a:solidFill>
            <a:srgbClr val="38BDF8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841248"/>
            <a:ext cx="914400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0972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// SLIDE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411480" y="292608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CC_TITLE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411480" y="1078992"/>
            <a:ext cx="8321040" cy="3493008"/>
          </a:xfrm>
          <a:prstGeom prst="roundRect">
            <a:avLst>
              <a:gd name="adj" fmla="val 1832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1261872"/>
            <a:ext cx="8083296" cy="530352"/>
          </a:xfrm>
          <a:prstGeom prst="rect">
            <a:avLst/>
          </a:prstGeom>
          <a:solidFill>
            <a:srgbClr val="1E293B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0352" y="1261872"/>
            <a:ext cx="54864" cy="5303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371600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33272" y="1353312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30352" y="1883664"/>
            <a:ext cx="8083296" cy="530352"/>
          </a:xfrm>
          <a:prstGeom prst="rect">
            <a:avLst/>
          </a:prstGeom>
          <a:solidFill>
            <a:srgbClr val="1E293B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0352" y="1883664"/>
            <a:ext cx="54864" cy="5303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1993392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33272" y="1975104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30352" y="2505456"/>
            <a:ext cx="8083296" cy="530352"/>
          </a:xfrm>
          <a:prstGeom prst="rect">
            <a:avLst/>
          </a:prstGeom>
          <a:solidFill>
            <a:srgbClr val="1E293B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0352" y="2505456"/>
            <a:ext cx="54864" cy="5303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615184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33272" y="2596896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CC_BULLET_3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0352" y="3127248"/>
            <a:ext cx="8083296" cy="530352"/>
          </a:xfrm>
          <a:prstGeom prst="rect">
            <a:avLst/>
          </a:prstGeom>
          <a:solidFill>
            <a:srgbClr val="1E293B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" y="3127248"/>
            <a:ext cx="54864" cy="5303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236976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33272" y="3218688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CC_BULLET_4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30352" y="3749040"/>
            <a:ext cx="8083296" cy="530352"/>
          </a:xfrm>
          <a:prstGeom prst="rect">
            <a:avLst/>
          </a:prstGeom>
          <a:solidFill>
            <a:srgbClr val="1E293B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0352" y="3749040"/>
            <a:ext cx="54864" cy="5303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85876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33272" y="384048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CC_BULLET_5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09728" y="4681728"/>
            <a:ext cx="9034272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0" name="Shape 28"/>
          <p:cNvSpPr/>
          <p:nvPr/>
        </p:nvSpPr>
        <p:spPr>
          <a:xfrm>
            <a:off x="109728" y="4681728"/>
            <a:ext cx="2529596" cy="457200"/>
          </a:xfrm>
          <a:prstGeom prst="rect">
            <a:avLst/>
          </a:prstGeom>
          <a:solidFill>
            <a:srgbClr val="38BDF8">
              <a:alpha val="9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8119872" y="4736592"/>
            <a:ext cx="621792" cy="329184"/>
          </a:xfrm>
          <a:prstGeom prst="roundRect">
            <a:avLst>
              <a:gd name="adj" fmla="val 138889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19872" y="4736592"/>
            <a:ext cx="621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CC_PAGE_NUM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Shape 2"/>
          <p:cNvSpPr/>
          <p:nvPr/>
        </p:nvSpPr>
        <p:spPr>
          <a:xfrm>
            <a:off x="6583680" y="0"/>
            <a:ext cx="2560320" cy="868680"/>
          </a:xfrm>
          <a:prstGeom prst="rect">
            <a:avLst/>
          </a:prstGeom>
          <a:solidFill>
            <a:srgbClr val="38BDF8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841248"/>
            <a:ext cx="914400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0972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// SLIDE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411480" y="292608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CC_TITLE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411480" y="1078992"/>
            <a:ext cx="8321040" cy="3493008"/>
          </a:xfrm>
          <a:prstGeom prst="roundRect">
            <a:avLst>
              <a:gd name="adj" fmla="val 1832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1261872"/>
            <a:ext cx="8083296" cy="530352"/>
          </a:xfrm>
          <a:prstGeom prst="rect">
            <a:avLst/>
          </a:prstGeom>
          <a:solidFill>
            <a:srgbClr val="1E293B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0352" y="1261872"/>
            <a:ext cx="54864" cy="5303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371600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33272" y="1353312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30352" y="1883664"/>
            <a:ext cx="8083296" cy="530352"/>
          </a:xfrm>
          <a:prstGeom prst="rect">
            <a:avLst/>
          </a:prstGeom>
          <a:solidFill>
            <a:srgbClr val="1E293B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0352" y="1883664"/>
            <a:ext cx="54864" cy="5303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1993392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33272" y="1975104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30352" y="2505456"/>
            <a:ext cx="8083296" cy="530352"/>
          </a:xfrm>
          <a:prstGeom prst="rect">
            <a:avLst/>
          </a:prstGeom>
          <a:solidFill>
            <a:srgbClr val="1E293B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0352" y="2505456"/>
            <a:ext cx="54864" cy="5303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615184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33272" y="2596896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CC_BULLET_3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0352" y="3127248"/>
            <a:ext cx="8083296" cy="530352"/>
          </a:xfrm>
          <a:prstGeom prst="rect">
            <a:avLst/>
          </a:prstGeom>
          <a:solidFill>
            <a:srgbClr val="1E293B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" y="3127248"/>
            <a:ext cx="54864" cy="5303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236976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33272" y="3218688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CC_BULLET_4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30352" y="3749040"/>
            <a:ext cx="8083296" cy="530352"/>
          </a:xfrm>
          <a:prstGeom prst="rect">
            <a:avLst/>
          </a:prstGeom>
          <a:solidFill>
            <a:srgbClr val="1E293B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0352" y="3749040"/>
            <a:ext cx="54864" cy="5303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85876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33272" y="384048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CC_BULLET_5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09728" y="4681728"/>
            <a:ext cx="9034272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0" name="Shape 28"/>
          <p:cNvSpPr/>
          <p:nvPr/>
        </p:nvSpPr>
        <p:spPr>
          <a:xfrm>
            <a:off x="109728" y="4681728"/>
            <a:ext cx="2529596" cy="457200"/>
          </a:xfrm>
          <a:prstGeom prst="rect">
            <a:avLst/>
          </a:prstGeom>
          <a:solidFill>
            <a:srgbClr val="38BDF8">
              <a:alpha val="9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8119872" y="4736592"/>
            <a:ext cx="621792" cy="329184"/>
          </a:xfrm>
          <a:prstGeom prst="roundRect">
            <a:avLst>
              <a:gd name="adj" fmla="val 138889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19872" y="4736592"/>
            <a:ext cx="621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CC_PAGE_NUM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73152"/>
            <a:ext cx="2286000" cy="5070348"/>
          </a:xfrm>
          <a:prstGeom prst="rect">
            <a:avLst/>
          </a:prstGeom>
          <a:solidFill>
            <a:srgbClr val="38BDF8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87452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CC_SECTION_TITLE</a:t>
            </a:r>
            <a:endParaRPr lang="en-US" sz="3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87452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CC_CLOSING_TITLE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02920" y="30632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CC_CLOSING_SUBTITLE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Full Deck Template dark-modern</dc:title>
  <dc:subject>PptxGenJS Presentation</dc:subject>
  <dc:creator>ChartCraft</dc:creator>
  <cp:lastModifiedBy>ChartCraft</cp:lastModifiedBy>
  <cp:revision>1</cp:revision>
  <dcterms:created xsi:type="dcterms:W3CDTF">2026-06-22T15:15:04Z</dcterms:created>
  <dcterms:modified xsi:type="dcterms:W3CDTF">2026-06-22T15:15:04Z</dcterms:modified>
</cp:coreProperties>
</file>