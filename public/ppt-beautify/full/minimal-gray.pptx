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972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34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3154680"/>
            <a:ext cx="2286000" cy="45720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94A3B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9144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" y="14447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206654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432304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2688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33101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675888"/>
            <a:ext cx="808329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" y="3931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73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3154680"/>
            <a:ext cx="2286000" cy="45720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minimal-gray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