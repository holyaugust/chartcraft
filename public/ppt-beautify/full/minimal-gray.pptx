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47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CC_COVER_TITLE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CC_COVER_SUBTITLE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CC_COVER_AUTHOR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CC_COVER_DATE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47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94A3B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64748B">
              <a:alpha val="0"/>
            </a:srgbClr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6720840" y="-182880"/>
            <a:ext cx="2743200" cy="2377440"/>
          </a:xfrm>
          <a:prstGeom prst="ellipse">
            <a:avLst/>
          </a:prstGeom>
          <a:solidFill>
            <a:srgbClr val="94A3B8">
              <a:alpha val="2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777240" y="3611880"/>
            <a:ext cx="2926080" cy="2651760"/>
          </a:xfrm>
          <a:prstGeom prst="ellipse">
            <a:avLst/>
          </a:prstGeom>
          <a:solidFill>
            <a:srgbClr val="475569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909560" y="201168"/>
            <a:ext cx="685800" cy="685800"/>
          </a:xfrm>
          <a:prstGeom prst="ellipse">
            <a:avLst/>
          </a:prstGeom>
          <a:solidFill>
            <a:srgbClr val="F8FAFC">
              <a:alpha val="0"/>
            </a:srgbClr>
          </a:solidFill>
          <a:ln w="15875">
            <a:solidFill>
              <a:srgbClr val="94A3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83880" y="384048"/>
            <a:ext cx="384048" cy="384048"/>
          </a:xfrm>
          <a:prstGeom prst="ellipse">
            <a:avLst/>
          </a:prstGeom>
          <a:solidFill>
            <a:srgbClr val="94A3B8">
              <a:alpha val="3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0"/>
            <a:ext cx="4754880" cy="960120"/>
          </a:xfrm>
          <a:prstGeom prst="rect">
            <a:avLst/>
          </a:prstGeom>
          <a:solidFill>
            <a:srgbClr val="64748B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1000000">
            <a:off x="6263640" y="-320040"/>
            <a:ext cx="3108960" cy="1234440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9728" y="932688"/>
            <a:ext cx="9034272" cy="36576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91440"/>
            <a:ext cx="960120" cy="201168"/>
          </a:xfrm>
          <a:prstGeom prst="roundRect">
            <a:avLst>
              <a:gd name="adj" fmla="val 227273"/>
            </a:avLst>
          </a:prstGeom>
          <a:solidFill>
            <a:srgbClr val="FFFFFF">
              <a:alpha val="12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09728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20" kern="0" dirty="0">
                <a:solidFill>
                  <a:srgbClr val="FFFFFF">
                    <a:alpha val="7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KEY POINTS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"/>
            <a:ext cx="804672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CC_TITLE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1480" y="1078992"/>
            <a:ext cx="8321040" cy="3493008"/>
          </a:xfrm>
          <a:prstGeom prst="roundRect">
            <a:avLst>
              <a:gd name="adj" fmla="val 1832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77800" dist="50800" dir="5400000">
              <a:srgbClr val="475569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30352" y="1261872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" y="1261872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58368" y="1362456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96625" y="1500713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136245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1353312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30352" y="1883664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1883664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58368" y="1984248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96625" y="2122505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198424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97280" y="1975104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0352" y="2505456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30352" y="2505456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58368" y="2606040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96625" y="2744297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260604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" y="2596896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CC_BULLET_3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30352" y="3127248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30352" y="3127248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8368" y="3227832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96625" y="3366089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32278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" y="3218688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30352" y="3749040"/>
            <a:ext cx="8083296" cy="530352"/>
          </a:xfrm>
          <a:prstGeom prst="roundRect">
            <a:avLst>
              <a:gd name="adj" fmla="val 24138"/>
            </a:avLst>
          </a:prstGeom>
          <a:solidFill>
            <a:srgbClr val="475569">
              <a:alpha val="6000"/>
            </a:srgbClr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30352" y="3749040"/>
            <a:ext cx="32004" cy="530352"/>
          </a:xfrm>
          <a:prstGeom prst="rect">
            <a:avLst/>
          </a:prstGeom>
          <a:solidFill>
            <a:srgbClr val="94A3B8">
              <a:alpha val="8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8368" y="3849624"/>
            <a:ext cx="329184" cy="329184"/>
          </a:xfrm>
          <a:prstGeom prst="roundRect">
            <a:avLst>
              <a:gd name="adj" fmla="val 105556"/>
            </a:avLst>
          </a:prstGeom>
          <a:solidFill>
            <a:srgbClr val="475569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50800" dist="12700" dir="5400000">
              <a:srgbClr val="0F172A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96625" y="3987881"/>
            <a:ext cx="190927" cy="190927"/>
          </a:xfrm>
          <a:prstGeom prst="roundRect">
            <a:avLst>
              <a:gd name="adj" fmla="val 181992"/>
            </a:avLst>
          </a:prstGeom>
          <a:solidFill>
            <a:srgbClr val="94A3B8">
              <a:alpha val="8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" y="3849624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" y="3840480"/>
            <a:ext cx="726948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CC_BULLET_5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9728" y="4681728"/>
            <a:ext cx="9034272" cy="4572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728" y="4681728"/>
            <a:ext cx="2529596" cy="457200"/>
          </a:xfrm>
          <a:prstGeom prst="rect">
            <a:avLst/>
          </a:prstGeom>
          <a:solidFill>
            <a:srgbClr val="94A3B8">
              <a:alpha val="90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8119872" y="4736592"/>
            <a:ext cx="621792" cy="329184"/>
          </a:xfrm>
          <a:prstGeom prst="roundRect">
            <a:avLst>
              <a:gd name="adj" fmla="val 138889"/>
            </a:avLst>
          </a:prstGeom>
          <a:solidFill>
            <a:srgbClr val="FFFFFF">
              <a:alpha val="15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19872" y="4736592"/>
            <a:ext cx="6217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CC_PAGE_NUM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47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29768"/>
          </a:xfrm>
          <a:prstGeom prst="rect">
            <a:avLst/>
          </a:prstGeom>
          <a:solidFill>
            <a:srgbClr val="94A3B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320040"/>
            <a:ext cx="777240" cy="777240"/>
          </a:xfrm>
          <a:prstGeom prst="ellipse">
            <a:avLst/>
          </a:prstGeom>
          <a:solidFill>
            <a:srgbClr val="64748B">
              <a:alpha val="0"/>
            </a:srgbClr>
          </a:solidFill>
          <a:ln w="19050">
            <a:solidFill>
              <a:srgbClr val="94A3B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9659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CC_SECTION_TITLE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474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87452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CC_CLOSING_TITLE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306324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1F5F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CC_CLOSING_SUBTITLE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Deck Template minimal-gray</dc:title>
  <dc:subject>PptxGenJS Presentation</dc:subject>
  <dc:creator>ChartCraft</dc:creator>
  <cp:lastModifiedBy>ChartCraft</cp:lastModifiedBy>
  <cp:revision>1</cp:revision>
  <dcterms:created xsi:type="dcterms:W3CDTF">2026-06-14T02:33:16Z</dcterms:created>
  <dcterms:modified xsi:type="dcterms:W3CDTF">2026-06-14T02:33:16Z</dcterms:modified>
</cp:coreProperties>
</file>