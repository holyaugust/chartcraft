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585216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4" name="Shape 2"/>
          <p:cNvSpPr/>
          <p:nvPr/>
        </p:nvSpPr>
        <p:spPr>
          <a:xfrm>
            <a:off x="3246120" y="0"/>
            <a:ext cx="73152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3611880" y="1417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11880" y="2606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E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CC_COVER_AUTHOR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47091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CC_COVER_DATE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11880" y="14173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CC_COVER_TITLE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11880" y="26060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CC_COVER_SUBTITLE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0" y="2148840"/>
            <a:ext cx="5029200" cy="54864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-182880"/>
            <a:ext cx="2743200" cy="2377440"/>
          </a:xfrm>
          <a:prstGeom prst="ellipse">
            <a:avLst/>
          </a:prstGeom>
          <a:solidFill>
            <a:srgbClr val="FBBF2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77240" y="3611880"/>
            <a:ext cx="2926080" cy="2651760"/>
          </a:xfrm>
          <a:prstGeom prst="ellipse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64592"/>
            <a:ext cx="1828800" cy="594360"/>
          </a:xfrm>
          <a:prstGeom prst="roundRect">
            <a:avLst>
              <a:gd name="adj" fmla="val 12308"/>
            </a:avLst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CC_TITLE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23160" y="438912"/>
            <a:ext cx="621792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1078992"/>
            <a:ext cx="8321040" cy="3493008"/>
          </a:xfrm>
          <a:prstGeom prst="roundRect">
            <a:avLst>
              <a:gd name="adj" fmla="val 1832"/>
            </a:avLst>
          </a:prstGeom>
          <a:solidFill>
            <a:srgbClr val="FFFFFF"/>
          </a:solidFill>
          <a:ln w="9525">
            <a:solidFill>
              <a:srgbClr val="FED7AA"/>
            </a:solidFill>
            <a:prstDash val="solid"/>
          </a:ln>
          <a:effectLst>
            <a:outerShdw sx="100000" sy="100000" kx="0" ky="0" algn="bl" rotWithShape="0" blurRad="177800" dist="50800" dir="5400000">
              <a:srgbClr val="EA580C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0352" y="1261872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261872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362456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" y="13624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1353312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" y="1883664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883664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" y="1984248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1984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1975104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" y="2505456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505456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58368" y="2606040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" y="26060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25968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127248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127248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3227832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8368" y="32278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" y="3218688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" y="3749040"/>
            <a:ext cx="8083296" cy="530352"/>
          </a:xfrm>
          <a:prstGeom prst="roundRect">
            <a:avLst>
              <a:gd name="adj" fmla="val 24138"/>
            </a:avLst>
          </a:prstGeom>
          <a:solidFill>
            <a:srgbClr val="EA580C">
              <a:alpha val="6000"/>
            </a:srgbClr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749040"/>
            <a:ext cx="32004" cy="530352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58368" y="3849624"/>
            <a:ext cx="329184" cy="329184"/>
          </a:xfrm>
          <a:prstGeom prst="roundRect">
            <a:avLst>
              <a:gd name="adj" fmla="val 105556"/>
            </a:avLst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" dist="12700" dir="5400000">
              <a:srgbClr val="0F172A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8368" y="38496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" y="3840480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3140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CC_BULLET_5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" y="4681728"/>
            <a:ext cx="9034272" cy="4572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" y="4681728"/>
            <a:ext cx="2529596" cy="457200"/>
          </a:xfrm>
          <a:prstGeom prst="rect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119872" y="4736592"/>
            <a:ext cx="621792" cy="329184"/>
          </a:xfrm>
          <a:prstGeom prst="roundRect">
            <a:avLst>
              <a:gd name="adj" fmla="val 138889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19872" y="4736592"/>
            <a:ext cx="621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CC_PAGE_NUM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CC_SECTION_TITLE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840480" y="2148840"/>
            <a:ext cx="5029200" cy="54864"/>
          </a:xfrm>
          <a:prstGeom prst="rect">
            <a:avLst/>
          </a:prstGeom>
          <a:solidFill>
            <a:srgbClr val="FBBF24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241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8745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CC_CLOSING_TITLE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2920" y="3063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EDD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CC_CLOSING_SUBTITLE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 Deck Template sunrise-warm</dc:title>
  <dc:subject>PptxGenJS Presentation</dc:subject>
  <dc:creator>ChartCraft</dc:creator>
  <cp:lastModifiedBy>ChartCraft</cp:lastModifiedBy>
  <cp:revision>1</cp:revision>
  <dcterms:created xsi:type="dcterms:W3CDTF">2026-06-22T15:15:04Z</dcterms:created>
  <dcterms:modified xsi:type="dcterms:W3CDTF">2026-06-22T15:15:04Z</dcterms:modified>
</cp:coreProperties>
</file>