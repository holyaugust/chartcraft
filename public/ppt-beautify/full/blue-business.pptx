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60A5F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60A5F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1E3A5F">
              <a:alpha val="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E3A5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FF6FF">
              <a:alpha val="0"/>
            </a:srgbClr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60A5F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E3A5F">
              <a:alpha val="6000"/>
            </a:srgbClr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60A5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60A5F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60A5F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1E3A5F">
              <a:alpha val="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blue-business</dc:title>
  <dc:subject>PptxGenJS Presentation</dc:subject>
  <dc:creator>ChartCraft</dc:creator>
  <cp:lastModifiedBy>ChartCraft</cp:lastModifiedBy>
  <cp:revision>1</cp:revision>
  <dcterms:created xsi:type="dcterms:W3CDTF">2026-06-14T02:33:16Z</dcterms:created>
  <dcterms:modified xsi:type="dcterms:W3CDTF">2026-06-14T02:33:16Z</dcterms:modified>
</cp:coreProperties>
</file>