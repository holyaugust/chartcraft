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63440"/>
            <a:ext cx="9144000" cy="502920"/>
          </a:xfrm>
          <a:prstGeom prst="rect">
            <a:avLst/>
          </a:prstGeom>
          <a:solidFill>
            <a:srgbClr val="60A5FA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087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CC_COVER_TITLE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269748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DBEA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CC_COVER_SUBTITLE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4709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CC_COVER_AUTHOR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0" y="470916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CC_COVER_DATE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29768"/>
          </a:xfrm>
          <a:prstGeom prst="rect">
            <a:avLst/>
          </a:prstGeom>
          <a:solidFill>
            <a:srgbClr val="60A5FA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320040"/>
            <a:ext cx="777240" cy="777240"/>
          </a:xfrm>
          <a:prstGeom prst="ellipse">
            <a:avLst/>
          </a:prstGeom>
          <a:solidFill>
            <a:srgbClr val="1E3A5F">
              <a:alpha val="0"/>
            </a:srgbClr>
          </a:solidFill>
          <a:ln w="19050">
            <a:solidFill>
              <a:srgbClr val="60A5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9659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CC_SECTION_TITLE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60A5F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E3A5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423160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Shape 3"/>
          <p:cNvSpPr/>
          <p:nvPr/>
        </p:nvSpPr>
        <p:spPr>
          <a:xfrm>
            <a:off x="2423160" y="0"/>
            <a:ext cx="54864" cy="51435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411480"/>
            <a:ext cx="1965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606040" y="1078992"/>
            <a:ext cx="612648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  <a:effectLst>
            <a:outerShdw sx="100000" sy="100000" kx="0" ky="0" algn="bl" rotWithShape="0" blurRad="177800" dist="50800" dir="5400000">
              <a:srgbClr val="1E3A5F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478024" y="4681728"/>
            <a:ext cx="6665976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0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60A5F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E3A5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423160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Shape 3"/>
          <p:cNvSpPr/>
          <p:nvPr/>
        </p:nvSpPr>
        <p:spPr>
          <a:xfrm>
            <a:off x="2423160" y="0"/>
            <a:ext cx="54864" cy="51435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411480"/>
            <a:ext cx="1965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606040" y="1078992"/>
            <a:ext cx="612648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  <a:effectLst>
            <a:outerShdw sx="100000" sy="100000" kx="0" ky="0" algn="bl" rotWithShape="0" blurRad="177800" dist="50800" dir="5400000">
              <a:srgbClr val="1E3A5F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478024" y="4681728"/>
            <a:ext cx="6665976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0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60A5F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E3A5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423160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Shape 3"/>
          <p:cNvSpPr/>
          <p:nvPr/>
        </p:nvSpPr>
        <p:spPr>
          <a:xfrm>
            <a:off x="2423160" y="0"/>
            <a:ext cx="54864" cy="51435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411480"/>
            <a:ext cx="1965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606040" y="1078992"/>
            <a:ext cx="612648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  <a:effectLst>
            <a:outerShdw sx="100000" sy="100000" kx="0" ky="0" algn="bl" rotWithShape="0" blurRad="177800" dist="50800" dir="5400000">
              <a:srgbClr val="1E3A5F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478024" y="4681728"/>
            <a:ext cx="6665976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0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60A5F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E3A5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423160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Shape 3"/>
          <p:cNvSpPr/>
          <p:nvPr/>
        </p:nvSpPr>
        <p:spPr>
          <a:xfrm>
            <a:off x="2423160" y="0"/>
            <a:ext cx="54864" cy="51435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411480"/>
            <a:ext cx="1965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606040" y="1078992"/>
            <a:ext cx="612648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  <a:effectLst>
            <a:outerShdw sx="100000" sy="100000" kx="0" ky="0" algn="bl" rotWithShape="0" blurRad="177800" dist="50800" dir="5400000">
              <a:srgbClr val="1E3A5F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478024" y="4681728"/>
            <a:ext cx="6665976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0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60A5F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E3A5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423160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Shape 3"/>
          <p:cNvSpPr/>
          <p:nvPr/>
        </p:nvSpPr>
        <p:spPr>
          <a:xfrm>
            <a:off x="2423160" y="0"/>
            <a:ext cx="54864" cy="51435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411480"/>
            <a:ext cx="1965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606040" y="1078992"/>
            <a:ext cx="612648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  <a:effectLst>
            <a:outerShdw sx="100000" sy="100000" kx="0" ky="0" algn="bl" rotWithShape="0" blurRad="177800" dist="50800" dir="5400000">
              <a:srgbClr val="1E3A5F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478024" y="4681728"/>
            <a:ext cx="6665976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0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60A5F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E3A5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423160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Shape 3"/>
          <p:cNvSpPr/>
          <p:nvPr/>
        </p:nvSpPr>
        <p:spPr>
          <a:xfrm>
            <a:off x="2423160" y="0"/>
            <a:ext cx="54864" cy="51435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411480"/>
            <a:ext cx="1965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606040" y="1078992"/>
            <a:ext cx="612648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  <a:effectLst>
            <a:outerShdw sx="100000" sy="100000" kx="0" ky="0" algn="bl" rotWithShape="0" blurRad="177800" dist="50800" dir="5400000">
              <a:srgbClr val="1E3A5F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478024" y="4681728"/>
            <a:ext cx="6665976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0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60A5F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E3A5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423160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Shape 3"/>
          <p:cNvSpPr/>
          <p:nvPr/>
        </p:nvSpPr>
        <p:spPr>
          <a:xfrm>
            <a:off x="2423160" y="0"/>
            <a:ext cx="54864" cy="51435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411480"/>
            <a:ext cx="1965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606040" y="1078992"/>
            <a:ext cx="612648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  <a:effectLst>
            <a:outerShdw sx="100000" sy="100000" kx="0" ky="0" algn="bl" rotWithShape="0" blurRad="177800" dist="50800" dir="5400000">
              <a:srgbClr val="1E3A5F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478024" y="4681728"/>
            <a:ext cx="6665976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0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60A5F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E3A5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423160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Shape 3"/>
          <p:cNvSpPr/>
          <p:nvPr/>
        </p:nvSpPr>
        <p:spPr>
          <a:xfrm>
            <a:off x="2423160" y="0"/>
            <a:ext cx="54864" cy="51435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411480"/>
            <a:ext cx="1965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606040" y="1078992"/>
            <a:ext cx="612648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  <a:effectLst>
            <a:outerShdw sx="100000" sy="100000" kx="0" ky="0" algn="bl" rotWithShape="0" blurRad="177800" dist="50800" dir="5400000">
              <a:srgbClr val="1E3A5F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478024" y="4681728"/>
            <a:ext cx="6665976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0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60A5F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E3A5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423160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Shape 3"/>
          <p:cNvSpPr/>
          <p:nvPr/>
        </p:nvSpPr>
        <p:spPr>
          <a:xfrm>
            <a:off x="2423160" y="0"/>
            <a:ext cx="54864" cy="51435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411480"/>
            <a:ext cx="1965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606040" y="1078992"/>
            <a:ext cx="612648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  <a:effectLst>
            <a:outerShdw sx="100000" sy="100000" kx="0" ky="0" algn="bl" rotWithShape="0" blurRad="177800" dist="50800" dir="5400000">
              <a:srgbClr val="1E3A5F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478024" y="4681728"/>
            <a:ext cx="6665976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0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60A5FA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1E3A5F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423160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Shape 3"/>
          <p:cNvSpPr/>
          <p:nvPr/>
        </p:nvSpPr>
        <p:spPr>
          <a:xfrm>
            <a:off x="2423160" y="0"/>
            <a:ext cx="54864" cy="51435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411480"/>
            <a:ext cx="1965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606040" y="1078992"/>
            <a:ext cx="612648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BFDBFE"/>
            </a:solidFill>
            <a:prstDash val="solid"/>
          </a:ln>
          <a:effectLst>
            <a:outerShdw sx="100000" sy="100000" kx="0" ky="0" algn="bl" rotWithShape="0" blurRad="177800" dist="50800" dir="5400000">
              <a:srgbClr val="1E3A5F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1E3A5F">
              <a:alpha val="6000"/>
            </a:srgbClr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60A5FA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478024" y="4681728"/>
            <a:ext cx="6665976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0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29768"/>
          </a:xfrm>
          <a:prstGeom prst="rect">
            <a:avLst/>
          </a:prstGeom>
          <a:solidFill>
            <a:srgbClr val="60A5FA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320040"/>
            <a:ext cx="777240" cy="777240"/>
          </a:xfrm>
          <a:prstGeom prst="ellipse">
            <a:avLst/>
          </a:prstGeom>
          <a:solidFill>
            <a:srgbClr val="1E3A5F">
              <a:alpha val="0"/>
            </a:srgbClr>
          </a:solidFill>
          <a:ln w="19050">
            <a:solidFill>
              <a:srgbClr val="60A5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9659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CC_SECTION_TITLE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87452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CC_CLOSING_TITLE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30632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BEA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CC_CLOSING_SUBTITLE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Full Deck Template blue-business</dc:title>
  <dc:subject>PptxGenJS Presentation</dc:subject>
  <dc:creator>ChartCraft</dc:creator>
  <cp:lastModifiedBy>ChartCraft</cp:lastModifiedBy>
  <cp:revision>1</cp:revision>
  <dcterms:created xsi:type="dcterms:W3CDTF">2026-06-22T15:15:04Z</dcterms:created>
  <dcterms:modified xsi:type="dcterms:W3CDTF">2026-06-22T15:15:04Z</dcterms:modified>
</cp:coreProperties>
</file>